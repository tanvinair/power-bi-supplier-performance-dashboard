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2" r:id="rId1"/>
  </p:sldMasterIdLst>
  <p:notesMasterIdLst>
    <p:notesMasterId r:id="rId13"/>
  </p:notesMasterIdLst>
  <p:sldIdLst>
    <p:sldId id="256" r:id="rId2"/>
    <p:sldId id="257" r:id="rId3"/>
    <p:sldId id="258" r:id="rId4"/>
    <p:sldId id="265" r:id="rId5"/>
    <p:sldId id="266" r:id="rId6"/>
    <p:sldId id="267" r:id="rId7"/>
    <p:sldId id="259" r:id="rId8"/>
    <p:sldId id="260" r:id="rId9"/>
    <p:sldId id="261" r:id="rId10"/>
    <p:sldId id="263" r:id="rId11"/>
    <p:sldId id="264"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5" roundtripDataSignature="AMtx7mjvCnXvszCqJX7IafIFils7CZ/B/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0" d="100"/>
          <a:sy n="70" d="100"/>
        </p:scale>
        <p:origin x="536" y="52"/>
      </p:cViewPr>
      <p:guideLst>
        <p:guide orient="horz" pos="33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customschemas.google.com/relationships/presentationmetadata" Target="meta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 name="Google Shape;88;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9" name="Google Shape;89;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2" name="Google Shape;102;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D09768E2-E0D2-FF81-789A-72495E7252E0}"/>
            </a:ext>
          </a:extLst>
        </p:cNvPr>
        <p:cNvGrpSpPr/>
        <p:nvPr/>
      </p:nvGrpSpPr>
      <p:grpSpPr>
        <a:xfrm>
          <a:off x="0" y="0"/>
          <a:ext cx="0" cy="0"/>
          <a:chOff x="0" y="0"/>
          <a:chExt cx="0" cy="0"/>
        </a:xfrm>
      </p:grpSpPr>
      <p:sp>
        <p:nvSpPr>
          <p:cNvPr id="108" name="Google Shape;108;p4:notes">
            <a:extLst>
              <a:ext uri="{FF2B5EF4-FFF2-40B4-BE49-F238E27FC236}">
                <a16:creationId xmlns:a16="http://schemas.microsoft.com/office/drawing/2014/main" id="{B38BA65A-9D63-D8E3-9657-36AD818E833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 name="Google Shape;109;p4:notes">
            <a:extLst>
              <a:ext uri="{FF2B5EF4-FFF2-40B4-BE49-F238E27FC236}">
                <a16:creationId xmlns:a16="http://schemas.microsoft.com/office/drawing/2014/main" id="{E8AFCD6C-EBDB-8973-D896-5A7A08E2B08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4:notes">
            <a:extLst>
              <a:ext uri="{FF2B5EF4-FFF2-40B4-BE49-F238E27FC236}">
                <a16:creationId xmlns:a16="http://schemas.microsoft.com/office/drawing/2014/main" id="{6CFCA8A5-7F8B-DD6B-D9BE-08FBDF7224FD}"/>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extLst>
      <p:ext uri="{BB962C8B-B14F-4D97-AF65-F5344CB8AC3E}">
        <p14:creationId xmlns:p14="http://schemas.microsoft.com/office/powerpoint/2010/main" val="13205439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a:extLst>
            <a:ext uri="{FF2B5EF4-FFF2-40B4-BE49-F238E27FC236}">
              <a16:creationId xmlns:a16="http://schemas.microsoft.com/office/drawing/2014/main" id="{CF6F6A68-9642-0594-4E17-40653C0187EB}"/>
            </a:ext>
          </a:extLst>
        </p:cNvPr>
        <p:cNvGrpSpPr/>
        <p:nvPr/>
      </p:nvGrpSpPr>
      <p:grpSpPr>
        <a:xfrm>
          <a:off x="0" y="0"/>
          <a:ext cx="0" cy="0"/>
          <a:chOff x="0" y="0"/>
          <a:chExt cx="0" cy="0"/>
        </a:xfrm>
      </p:grpSpPr>
      <p:sp>
        <p:nvSpPr>
          <p:cNvPr id="108" name="Google Shape;108;p4:notes">
            <a:extLst>
              <a:ext uri="{FF2B5EF4-FFF2-40B4-BE49-F238E27FC236}">
                <a16:creationId xmlns:a16="http://schemas.microsoft.com/office/drawing/2014/main" id="{88D9B60B-5EE6-7F7A-1E33-1510D8B8E9C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 name="Google Shape;109;p4:notes">
            <a:extLst>
              <a:ext uri="{FF2B5EF4-FFF2-40B4-BE49-F238E27FC236}">
                <a16:creationId xmlns:a16="http://schemas.microsoft.com/office/drawing/2014/main" id="{C318E441-6A76-FA05-E110-C40FAFDF0CF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4:notes">
            <a:extLst>
              <a:ext uri="{FF2B5EF4-FFF2-40B4-BE49-F238E27FC236}">
                <a16:creationId xmlns:a16="http://schemas.microsoft.com/office/drawing/2014/main" id="{A8BCBF1C-FC4A-B23B-B9A5-852B4EDF7F62}"/>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94935312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9" name="Google Shape;109;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0" name="Google Shape;110;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 name="Google Shape;115;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0" name="Google Shape;120;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1" name="Google Shape;121;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g33fa943263d_0_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 name="Google Shape;134;g33fa943263d_0_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 name="Google Shape;135;g33fa943263d_0_1: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0" name="Google Shape;140;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626174448"/>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4509A250-FF31-4206-8172-F9D3106AACB1}" type="datetimeFigureOut">
              <a:rPr lang="en-US" dirty="0"/>
              <a:t>11/18/2025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pPr marL="0" lvl="0" indent="0" algn="l"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9139225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527210953"/>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585726151"/>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488173724"/>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56364242"/>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636082200"/>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315280482"/>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695107909"/>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207222508"/>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924232983"/>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521057364"/>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089731323"/>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800443082"/>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668963659"/>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310526480"/>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650453323"/>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1">
  <p:cSld name="Title 1">
    <p:bg>
      <p:bgPr>
        <a:solidFill>
          <a:schemeClr val="dk1"/>
        </a:solidFill>
        <a:effectLst/>
      </p:bgPr>
    </p:bg>
    <p:spTree>
      <p:nvGrpSpPr>
        <p:cNvPr id="1" name="Shape 15"/>
        <p:cNvGrpSpPr/>
        <p:nvPr/>
      </p:nvGrpSpPr>
      <p:grpSpPr>
        <a:xfrm>
          <a:off x="0" y="0"/>
          <a:ext cx="0" cy="0"/>
          <a:chOff x="0" y="0"/>
          <a:chExt cx="0" cy="0"/>
        </a:xfrm>
      </p:grpSpPr>
      <p:sp>
        <p:nvSpPr>
          <p:cNvPr id="16" name="Google Shape;16;p10"/>
          <p:cNvSpPr txBox="1">
            <a:spLocks noGrp="1"/>
          </p:cNvSpPr>
          <p:nvPr>
            <p:ph type="title"/>
          </p:nvPr>
        </p:nvSpPr>
        <p:spPr>
          <a:xfrm>
            <a:off x="6096000" y="2773681"/>
            <a:ext cx="5674360" cy="32004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4800"/>
              <a:buFont typeface="Arial"/>
              <a:buNone/>
              <a:defRPr sz="4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extLst>
      <p:ext uri="{BB962C8B-B14F-4D97-AF65-F5344CB8AC3E}">
        <p14:creationId xmlns:p14="http://schemas.microsoft.com/office/powerpoint/2010/main" val="286781327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Intro">
  <p:cSld name="Intro">
    <p:spTree>
      <p:nvGrpSpPr>
        <p:cNvPr id="1" name="Shape 18"/>
        <p:cNvGrpSpPr/>
        <p:nvPr/>
      </p:nvGrpSpPr>
      <p:grpSpPr>
        <a:xfrm>
          <a:off x="0" y="0"/>
          <a:ext cx="0" cy="0"/>
          <a:chOff x="0" y="0"/>
          <a:chExt cx="0" cy="0"/>
        </a:xfrm>
      </p:grpSpPr>
      <p:sp>
        <p:nvSpPr>
          <p:cNvPr id="21" name="Google Shape;21;p11"/>
          <p:cNvSpPr txBox="1">
            <a:spLocks noGrp="1"/>
          </p:cNvSpPr>
          <p:nvPr>
            <p:ph type="title"/>
          </p:nvPr>
        </p:nvSpPr>
        <p:spPr>
          <a:xfrm>
            <a:off x="914400" y="315533"/>
            <a:ext cx="5181600" cy="2376868"/>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11"/>
          <p:cNvSpPr txBox="1">
            <a:spLocks noGrp="1"/>
          </p:cNvSpPr>
          <p:nvPr>
            <p:ph type="body" idx="1"/>
          </p:nvPr>
        </p:nvSpPr>
        <p:spPr>
          <a:xfrm>
            <a:off x="914400" y="2844800"/>
            <a:ext cx="5181600" cy="3128963"/>
          </a:xfrm>
          <a:prstGeom prst="rect">
            <a:avLst/>
          </a:prstGeom>
          <a:noFill/>
          <a:ln>
            <a:noFill/>
          </a:ln>
        </p:spPr>
        <p:txBody>
          <a:bodyPr spcFirstLastPara="1" wrap="square" lIns="91425" tIns="45700" rIns="91425" bIns="45700" anchor="t" anchorCtr="0">
            <a:normAutofit/>
          </a:bodyPr>
          <a:lstStyle>
            <a:lvl1pPr marL="457200" lvl="0" indent="-228600" algn="l">
              <a:lnSpc>
                <a:spcPct val="120000"/>
              </a:lnSpc>
              <a:spcBef>
                <a:spcPts val="1000"/>
              </a:spcBef>
              <a:spcAft>
                <a:spcPts val="0"/>
              </a:spcAft>
              <a:buClr>
                <a:schemeClr val="dk1"/>
              </a:buClr>
              <a:buSzPts val="2000"/>
              <a:buNone/>
              <a:defRPr sz="2000"/>
            </a:lvl1pPr>
            <a:lvl2pPr marL="914400" lvl="1" indent="-342900" algn="l">
              <a:lnSpc>
                <a:spcPct val="120000"/>
              </a:lnSpc>
              <a:spcBef>
                <a:spcPts val="500"/>
              </a:spcBef>
              <a:spcAft>
                <a:spcPts val="0"/>
              </a:spcAft>
              <a:buClr>
                <a:schemeClr val="dk1"/>
              </a:buClr>
              <a:buSzPts val="1800"/>
              <a:buChar char="•"/>
              <a:defRPr sz="1800"/>
            </a:lvl2pPr>
            <a:lvl3pPr marL="1371600" lvl="2" indent="-330200" algn="l">
              <a:lnSpc>
                <a:spcPct val="120000"/>
              </a:lnSpc>
              <a:spcBef>
                <a:spcPts val="500"/>
              </a:spcBef>
              <a:spcAft>
                <a:spcPts val="0"/>
              </a:spcAft>
              <a:buClr>
                <a:schemeClr val="dk1"/>
              </a:buClr>
              <a:buSzPts val="1600"/>
              <a:buChar char="•"/>
              <a:defRPr sz="1600"/>
            </a:lvl3pPr>
            <a:lvl4pPr marL="1828800" lvl="3" indent="-317500" algn="l">
              <a:lnSpc>
                <a:spcPct val="120000"/>
              </a:lnSpc>
              <a:spcBef>
                <a:spcPts val="500"/>
              </a:spcBef>
              <a:spcAft>
                <a:spcPts val="0"/>
              </a:spcAft>
              <a:buClr>
                <a:schemeClr val="dk1"/>
              </a:buClr>
              <a:buSzPts val="1400"/>
              <a:buChar char="•"/>
              <a:defRPr sz="1400"/>
            </a:lvl4pPr>
            <a:lvl5pPr marL="2286000" lvl="4" indent="-317500" algn="l">
              <a:lnSpc>
                <a:spcPct val="120000"/>
              </a:lnSpc>
              <a:spcBef>
                <a:spcPts val="500"/>
              </a:spcBef>
              <a:spcAft>
                <a:spcPts val="0"/>
              </a:spcAft>
              <a:buClr>
                <a:schemeClr val="dk1"/>
              </a:buClr>
              <a:buSzPts val="1400"/>
              <a:buChar char="•"/>
              <a:defRPr sz="140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3" name="Google Shape;23;p11"/>
          <p:cNvSpPr txBox="1">
            <a:spLocks noGrp="1"/>
          </p:cNvSpPr>
          <p:nvPr>
            <p:ph type="sldNum" idx="12"/>
          </p:nvPr>
        </p:nvSpPr>
        <p:spPr>
          <a:xfrm>
            <a:off x="914400" y="6246254"/>
            <a:ext cx="631065" cy="296214"/>
          </a:xfrm>
          <a:prstGeom prst="rect">
            <a:avLst/>
          </a:prstGeom>
          <a:noFill/>
          <a:ln>
            <a:noFill/>
          </a:ln>
        </p:spPr>
        <p:txBody>
          <a:bodyPr spcFirstLastPara="1" wrap="square" lIns="91425" tIns="45700" rIns="91425" bIns="45700" anchor="ctr" anchorCtr="0">
            <a:noAutofit/>
          </a:bodyPr>
          <a:lstStyle>
            <a:lvl1pPr marL="0" lvl="0" indent="0" algn="l">
              <a:spcBef>
                <a:spcPts val="0"/>
              </a:spcBef>
              <a:buNone/>
              <a:defRPr sz="1200" b="0" i="0" u="none" strike="noStrike" cap="none">
                <a:solidFill>
                  <a:schemeClr val="dk1"/>
                </a:solidFill>
                <a:latin typeface="Arial"/>
                <a:ea typeface="Arial"/>
                <a:cs typeface="Arial"/>
                <a:sym typeface="Arial"/>
              </a:defRPr>
            </a:lvl1pPr>
            <a:lvl2pPr marL="0" lvl="1" indent="0" algn="l">
              <a:spcBef>
                <a:spcPts val="0"/>
              </a:spcBef>
              <a:buNone/>
              <a:defRPr sz="1200" b="0" i="0" u="none" strike="noStrike" cap="none">
                <a:solidFill>
                  <a:schemeClr val="dk1"/>
                </a:solidFill>
                <a:latin typeface="Arial"/>
                <a:ea typeface="Arial"/>
                <a:cs typeface="Arial"/>
                <a:sym typeface="Arial"/>
              </a:defRPr>
            </a:lvl2pPr>
            <a:lvl3pPr marL="0" lvl="2" indent="0" algn="l">
              <a:spcBef>
                <a:spcPts val="0"/>
              </a:spcBef>
              <a:buNone/>
              <a:defRPr sz="1200" b="0" i="0" u="none" strike="noStrike" cap="none">
                <a:solidFill>
                  <a:schemeClr val="dk1"/>
                </a:solidFill>
                <a:latin typeface="Arial"/>
                <a:ea typeface="Arial"/>
                <a:cs typeface="Arial"/>
                <a:sym typeface="Arial"/>
              </a:defRPr>
            </a:lvl3pPr>
            <a:lvl4pPr marL="0" lvl="3" indent="0" algn="l">
              <a:spcBef>
                <a:spcPts val="0"/>
              </a:spcBef>
              <a:buNone/>
              <a:defRPr sz="1200" b="0" i="0" u="none" strike="noStrike" cap="none">
                <a:solidFill>
                  <a:schemeClr val="dk1"/>
                </a:solidFill>
                <a:latin typeface="Arial"/>
                <a:ea typeface="Arial"/>
                <a:cs typeface="Arial"/>
                <a:sym typeface="Arial"/>
              </a:defRPr>
            </a:lvl4pPr>
            <a:lvl5pPr marL="0" lvl="4" indent="0" algn="l">
              <a:spcBef>
                <a:spcPts val="0"/>
              </a:spcBef>
              <a:buNone/>
              <a:defRPr sz="1200" b="0" i="0" u="none" strike="noStrike" cap="none">
                <a:solidFill>
                  <a:schemeClr val="dk1"/>
                </a:solidFill>
                <a:latin typeface="Arial"/>
                <a:ea typeface="Arial"/>
                <a:cs typeface="Arial"/>
                <a:sym typeface="Arial"/>
              </a:defRPr>
            </a:lvl5pPr>
            <a:lvl6pPr marL="0" lvl="5" indent="0" algn="l">
              <a:spcBef>
                <a:spcPts val="0"/>
              </a:spcBef>
              <a:buNone/>
              <a:defRPr sz="1200" b="0" i="0" u="none" strike="noStrike" cap="none">
                <a:solidFill>
                  <a:schemeClr val="dk1"/>
                </a:solidFill>
                <a:latin typeface="Arial"/>
                <a:ea typeface="Arial"/>
                <a:cs typeface="Arial"/>
                <a:sym typeface="Arial"/>
              </a:defRPr>
            </a:lvl6pPr>
            <a:lvl7pPr marL="0" lvl="6" indent="0" algn="l">
              <a:spcBef>
                <a:spcPts val="0"/>
              </a:spcBef>
              <a:buNone/>
              <a:defRPr sz="1200" b="0" i="0" u="none" strike="noStrike" cap="none">
                <a:solidFill>
                  <a:schemeClr val="dk1"/>
                </a:solidFill>
                <a:latin typeface="Arial"/>
                <a:ea typeface="Arial"/>
                <a:cs typeface="Arial"/>
                <a:sym typeface="Arial"/>
              </a:defRPr>
            </a:lvl7pPr>
            <a:lvl8pPr marL="0" lvl="7" indent="0" algn="l">
              <a:spcBef>
                <a:spcPts val="0"/>
              </a:spcBef>
              <a:buNone/>
              <a:defRPr sz="1200" b="0" i="0" u="none" strike="noStrike" cap="none">
                <a:solidFill>
                  <a:schemeClr val="dk1"/>
                </a:solidFill>
                <a:latin typeface="Arial"/>
                <a:ea typeface="Arial"/>
                <a:cs typeface="Arial"/>
                <a:sym typeface="Arial"/>
              </a:defRPr>
            </a:lvl8pPr>
            <a:lvl9pPr marL="0" lvl="8" indent="0" algn="l">
              <a:spcBef>
                <a:spcPts val="0"/>
              </a:spcBef>
              <a:buNone/>
              <a:defRPr sz="1200" b="0"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26589828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Section Title">
  <p:cSld name="Section Title">
    <p:bg>
      <p:bgPr>
        <a:solidFill>
          <a:schemeClr val="dk1"/>
        </a:solidFill>
        <a:effectLst/>
      </p:bgPr>
    </p:bg>
    <p:spTree>
      <p:nvGrpSpPr>
        <p:cNvPr id="1" name="Shape 24"/>
        <p:cNvGrpSpPr/>
        <p:nvPr/>
      </p:nvGrpSpPr>
      <p:grpSpPr>
        <a:xfrm>
          <a:off x="0" y="0"/>
          <a:ext cx="0" cy="0"/>
          <a:chOff x="0" y="0"/>
          <a:chExt cx="0" cy="0"/>
        </a:xfrm>
      </p:grpSpPr>
      <p:sp>
        <p:nvSpPr>
          <p:cNvPr id="26" name="Google Shape;26;p12"/>
          <p:cNvSpPr txBox="1">
            <a:spLocks noGrp="1"/>
          </p:cNvSpPr>
          <p:nvPr>
            <p:ph type="title"/>
          </p:nvPr>
        </p:nvSpPr>
        <p:spPr>
          <a:xfrm>
            <a:off x="914400" y="2580640"/>
            <a:ext cx="5181600" cy="3368819"/>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4800"/>
              <a:buFont typeface="Arial"/>
              <a:buNone/>
              <a:defRPr sz="4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12"/>
          <p:cNvSpPr>
            <a:spLocks noGrp="1"/>
          </p:cNvSpPr>
          <p:nvPr>
            <p:ph type="pic" idx="2"/>
          </p:nvPr>
        </p:nvSpPr>
        <p:spPr>
          <a:xfrm>
            <a:off x="6085840" y="-10159"/>
            <a:ext cx="6116320" cy="6868160"/>
          </a:xfrm>
          <a:prstGeom prst="rect">
            <a:avLst/>
          </a:prstGeom>
          <a:noFill/>
          <a:ln>
            <a:noFill/>
          </a:ln>
        </p:spPr>
      </p:sp>
    </p:spTree>
    <p:extLst>
      <p:ext uri="{BB962C8B-B14F-4D97-AF65-F5344CB8AC3E}">
        <p14:creationId xmlns:p14="http://schemas.microsoft.com/office/powerpoint/2010/main" val="375854767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Content and left Image 1">
  <p:cSld name="Title Content and left Image 1">
    <p:bg>
      <p:bgPr>
        <a:solidFill>
          <a:schemeClr val="dk1"/>
        </a:solidFill>
        <a:effectLst/>
      </p:bgPr>
    </p:bg>
    <p:spTree>
      <p:nvGrpSpPr>
        <p:cNvPr id="1" name="Shape 28"/>
        <p:cNvGrpSpPr/>
        <p:nvPr/>
      </p:nvGrpSpPr>
      <p:grpSpPr>
        <a:xfrm>
          <a:off x="0" y="0"/>
          <a:ext cx="0" cy="0"/>
          <a:chOff x="0" y="0"/>
          <a:chExt cx="0" cy="0"/>
        </a:xfrm>
      </p:grpSpPr>
      <p:sp>
        <p:nvSpPr>
          <p:cNvPr id="30" name="Google Shape;30;p13"/>
          <p:cNvSpPr txBox="1">
            <a:spLocks noGrp="1"/>
          </p:cNvSpPr>
          <p:nvPr>
            <p:ph type="title"/>
          </p:nvPr>
        </p:nvSpPr>
        <p:spPr>
          <a:xfrm>
            <a:off x="6096000" y="375285"/>
            <a:ext cx="4896678" cy="3624984"/>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4800"/>
              <a:buFont typeface="Arial"/>
              <a:buNone/>
              <a:defRPr sz="4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13"/>
          <p:cNvSpPr>
            <a:spLocks noGrp="1"/>
          </p:cNvSpPr>
          <p:nvPr>
            <p:ph type="pic" idx="2"/>
          </p:nvPr>
        </p:nvSpPr>
        <p:spPr>
          <a:xfrm>
            <a:off x="0" y="0"/>
            <a:ext cx="6096000" cy="6858000"/>
          </a:xfrm>
          <a:prstGeom prst="rect">
            <a:avLst/>
          </a:prstGeom>
          <a:noFill/>
          <a:ln>
            <a:noFill/>
          </a:ln>
        </p:spPr>
      </p:sp>
      <p:sp>
        <p:nvSpPr>
          <p:cNvPr id="32" name="Google Shape;32;p13"/>
          <p:cNvSpPr txBox="1">
            <a:spLocks noGrp="1"/>
          </p:cNvSpPr>
          <p:nvPr>
            <p:ph type="body" idx="1"/>
          </p:nvPr>
        </p:nvSpPr>
        <p:spPr>
          <a:xfrm>
            <a:off x="6096000" y="4172990"/>
            <a:ext cx="4896677" cy="2309726"/>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0"/>
              </a:spcBef>
              <a:spcAft>
                <a:spcPts val="0"/>
              </a:spcAft>
              <a:buClr>
                <a:schemeClr val="lt1"/>
              </a:buClr>
              <a:buSzPts val="2000"/>
              <a:buNone/>
              <a:defRPr sz="2000">
                <a:solidFill>
                  <a:schemeClr val="lt1"/>
                </a:solidFill>
              </a:defRPr>
            </a:lvl1pPr>
            <a:lvl2pPr marL="914400" lvl="1" indent="-342900" algn="l">
              <a:lnSpc>
                <a:spcPct val="90000"/>
              </a:lnSpc>
              <a:spcBef>
                <a:spcPts val="1200"/>
              </a:spcBef>
              <a:spcAft>
                <a:spcPts val="0"/>
              </a:spcAft>
              <a:buClr>
                <a:schemeClr val="lt1"/>
              </a:buClr>
              <a:buSzPts val="1800"/>
              <a:buFont typeface="Arial"/>
              <a:buChar char="•"/>
              <a:defRPr sz="1800">
                <a:solidFill>
                  <a:schemeClr val="lt1"/>
                </a:solidFill>
              </a:defRPr>
            </a:lvl2pPr>
            <a:lvl3pPr marL="1371600" lvl="2" indent="-330200" algn="l">
              <a:lnSpc>
                <a:spcPct val="90000"/>
              </a:lnSpc>
              <a:spcBef>
                <a:spcPts val="1200"/>
              </a:spcBef>
              <a:spcAft>
                <a:spcPts val="0"/>
              </a:spcAft>
              <a:buClr>
                <a:schemeClr val="lt1"/>
              </a:buClr>
              <a:buSzPts val="1600"/>
              <a:buFont typeface="Arial"/>
              <a:buChar char="•"/>
              <a:defRPr sz="1600">
                <a:solidFill>
                  <a:schemeClr val="lt1"/>
                </a:solidFill>
              </a:defRPr>
            </a:lvl3pPr>
            <a:lvl4pPr marL="1828800" lvl="3" indent="-317500" algn="l">
              <a:lnSpc>
                <a:spcPct val="90000"/>
              </a:lnSpc>
              <a:spcBef>
                <a:spcPts val="1200"/>
              </a:spcBef>
              <a:spcAft>
                <a:spcPts val="0"/>
              </a:spcAft>
              <a:buClr>
                <a:schemeClr val="lt1"/>
              </a:buClr>
              <a:buSzPts val="1400"/>
              <a:buFont typeface="Arial"/>
              <a:buChar char="•"/>
              <a:defRPr sz="1400">
                <a:solidFill>
                  <a:schemeClr val="lt1"/>
                </a:solidFill>
              </a:defRPr>
            </a:lvl4pPr>
            <a:lvl5pPr marL="2286000" lvl="4" indent="-317500" algn="l">
              <a:lnSpc>
                <a:spcPct val="90000"/>
              </a:lnSpc>
              <a:spcBef>
                <a:spcPts val="1200"/>
              </a:spcBef>
              <a:spcAft>
                <a:spcPts val="0"/>
              </a:spcAft>
              <a:buClr>
                <a:schemeClr val="lt1"/>
              </a:buClr>
              <a:buSzPts val="1400"/>
              <a:buFont typeface="Arial"/>
              <a:buChar char="•"/>
              <a:defRPr sz="1400">
                <a:solidFill>
                  <a:schemeClr val="lt1"/>
                </a:solidFill>
              </a:defRPr>
            </a:lvl5pPr>
            <a:lvl6pPr marL="2743200" lvl="5" indent="-342900" algn="l">
              <a:lnSpc>
                <a:spcPct val="90000"/>
              </a:lnSpc>
              <a:spcBef>
                <a:spcPts val="12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39212339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5.pn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4.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3.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9" name="Picture 8"/>
          <p:cNvPicPr>
            <a:picLocks noChangeAspect="1"/>
          </p:cNvPicPr>
          <p:nvPr/>
        </p:nvPicPr>
        <p:blipFill rotWithShape="1">
          <a:blip r:embed="rId2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623666434"/>
      </p:ext>
    </p:extLst>
  </p:cSld>
  <p:clrMap bg1="dk1" tx1="lt1" bg2="dk2" tx2="lt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 id="2147483679" r:id="rId17"/>
    <p:sldLayoutId id="2147483680" r:id="rId18"/>
    <p:sldLayoutId id="2147483681" r:id="rId19"/>
    <p:sldLayoutId id="2147483682" r:id="rId20"/>
    <p:sldLayoutId id="2147483683" r:id="rId21"/>
  </p:sldLayoutIdLst>
  <p:hf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20.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3" Type="http://schemas.openxmlformats.org/officeDocument/2006/relationships/hyperlink" Target="https://app.powerbi.com/links/BBXIK7wqrT?ctid=8d281d1d-9c4d-4bf7-b16e-032d15de9f6c&amp;pbi_source=linkShare&amp;bookmarkGuid=eab74bae-192f-4877-abca-67b44df531f3" TargetMode="External"/><Relationship Id="rId2" Type="http://schemas.openxmlformats.org/officeDocument/2006/relationships/notesSlide" Target="../notesSlides/notesSlide9.xml"/><Relationship Id="rId1" Type="http://schemas.openxmlformats.org/officeDocument/2006/relationships/slideLayout" Target="../slideLayouts/slideLayout2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
          <p:cNvSpPr txBox="1">
            <a:spLocks noGrp="1"/>
          </p:cNvSpPr>
          <p:nvPr>
            <p:ph type="title"/>
          </p:nvPr>
        </p:nvSpPr>
        <p:spPr>
          <a:xfrm>
            <a:off x="2570480" y="3049953"/>
            <a:ext cx="7325360" cy="758093"/>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00B0F0"/>
              </a:buClr>
              <a:buSzPts val="1800"/>
              <a:buFont typeface="Times New Roman"/>
              <a:buNone/>
            </a:pPr>
            <a:r>
              <a:rPr lang="en-US" sz="4000" b="1" dirty="0">
                <a:solidFill>
                  <a:srgbClr val="00B0F0"/>
                </a:solidFill>
                <a:latin typeface="Times New Roman"/>
                <a:ea typeface="Times New Roman"/>
                <a:cs typeface="Times New Roman"/>
                <a:sym typeface="Times New Roman"/>
              </a:rPr>
              <a:t>SUPPLIER PERFORMANCE </a:t>
            </a:r>
            <a:endParaRPr sz="4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3200"/>
              <a:buFont typeface="Times New Roman"/>
              <a:buNone/>
            </a:pPr>
            <a:r>
              <a:rPr lang="en-US" b="1">
                <a:latin typeface="Times New Roman"/>
                <a:ea typeface="Times New Roman"/>
                <a:cs typeface="Times New Roman"/>
                <a:sym typeface="Times New Roman"/>
              </a:rPr>
              <a:t>LIST OF CONTENTS</a:t>
            </a:r>
            <a:endParaRPr/>
          </a:p>
        </p:txBody>
      </p:sp>
      <p:sp>
        <p:nvSpPr>
          <p:cNvPr id="97" name="Google Shape;97;p2"/>
          <p:cNvSpPr txBox="1">
            <a:spLocks noGrp="1"/>
          </p:cNvSpPr>
          <p:nvPr>
            <p:ph type="body" idx="1"/>
          </p:nvPr>
        </p:nvSpPr>
        <p:spPr>
          <a:prstGeom prst="rect">
            <a:avLst/>
          </a:prstGeom>
          <a:noFill/>
          <a:ln>
            <a:noFill/>
          </a:ln>
        </p:spPr>
        <p:txBody>
          <a:bodyPr spcFirstLastPara="1" wrap="square" lIns="91425" tIns="45700" rIns="91425" bIns="45700" anchor="t" anchorCtr="0">
            <a:normAutofit/>
          </a:bodyPr>
          <a:lstStyle/>
          <a:p>
            <a:pPr marL="457200" lvl="0" indent="-457200" algn="l" rtl="0">
              <a:lnSpc>
                <a:spcPct val="120000"/>
              </a:lnSpc>
              <a:spcBef>
                <a:spcPts val="0"/>
              </a:spcBef>
              <a:spcAft>
                <a:spcPts val="0"/>
              </a:spcAft>
              <a:buClr>
                <a:schemeClr val="dk1"/>
              </a:buClr>
              <a:buSzPts val="2000"/>
              <a:buAutoNum type="arabicPeriod"/>
            </a:pPr>
            <a:r>
              <a:rPr lang="en-US">
                <a:latin typeface="Times New Roman"/>
                <a:ea typeface="Times New Roman"/>
                <a:cs typeface="Times New Roman"/>
                <a:sym typeface="Times New Roman"/>
              </a:rPr>
              <a:t>About</a:t>
            </a:r>
            <a:endParaRPr/>
          </a:p>
          <a:p>
            <a:pPr marL="457200" lvl="0" indent="-457200" algn="l" rtl="0">
              <a:lnSpc>
                <a:spcPct val="120000"/>
              </a:lnSpc>
              <a:spcBef>
                <a:spcPts val="1000"/>
              </a:spcBef>
              <a:spcAft>
                <a:spcPts val="0"/>
              </a:spcAft>
              <a:buClr>
                <a:schemeClr val="dk1"/>
              </a:buClr>
              <a:buSzPts val="2000"/>
              <a:buAutoNum type="arabicPeriod"/>
            </a:pPr>
            <a:r>
              <a:rPr lang="en-US">
                <a:latin typeface="Times New Roman"/>
                <a:ea typeface="Times New Roman"/>
                <a:cs typeface="Times New Roman"/>
                <a:sym typeface="Times New Roman"/>
              </a:rPr>
              <a:t>Entity Relationship Diagram</a:t>
            </a:r>
            <a:endParaRPr/>
          </a:p>
          <a:p>
            <a:pPr marL="457200" lvl="0" indent="-457200" algn="l" rtl="0">
              <a:lnSpc>
                <a:spcPct val="120000"/>
              </a:lnSpc>
              <a:spcBef>
                <a:spcPts val="1000"/>
              </a:spcBef>
              <a:spcAft>
                <a:spcPts val="0"/>
              </a:spcAft>
              <a:buClr>
                <a:schemeClr val="dk1"/>
              </a:buClr>
              <a:buSzPts val="2000"/>
              <a:buAutoNum type="arabicPeriod"/>
            </a:pPr>
            <a:r>
              <a:rPr lang="en-US">
                <a:latin typeface="Times New Roman"/>
                <a:ea typeface="Times New Roman"/>
                <a:cs typeface="Times New Roman"/>
                <a:sym typeface="Times New Roman"/>
              </a:rPr>
              <a:t>Supplier Performance Analysis</a:t>
            </a:r>
            <a:endParaRPr/>
          </a:p>
          <a:p>
            <a:pPr marL="457200" lvl="0" indent="-457200" algn="l" rtl="0">
              <a:lnSpc>
                <a:spcPct val="120000"/>
              </a:lnSpc>
              <a:spcBef>
                <a:spcPts val="1000"/>
              </a:spcBef>
              <a:spcAft>
                <a:spcPts val="0"/>
              </a:spcAft>
              <a:buClr>
                <a:schemeClr val="dk1"/>
              </a:buClr>
              <a:buSzPts val="2000"/>
              <a:buAutoNum type="arabicPeriod"/>
            </a:pPr>
            <a:r>
              <a:rPr lang="en-US">
                <a:latin typeface="Times New Roman"/>
                <a:ea typeface="Times New Roman"/>
                <a:cs typeface="Times New Roman"/>
                <a:sym typeface="Times New Roman"/>
              </a:rPr>
              <a:t>Conclusion</a:t>
            </a:r>
            <a:endParaRPr/>
          </a:p>
        </p:txBody>
      </p:sp>
      <p:sp>
        <p:nvSpPr>
          <p:cNvPr id="98" name="Google Shape;98;p2"/>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a:spLocks noGrp="1"/>
          </p:cNvSpPr>
          <p:nvPr>
            <p:ph type="title"/>
          </p:nvPr>
        </p:nvSpPr>
        <p:spPr>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dk1"/>
              </a:buClr>
              <a:buSzPts val="3200"/>
              <a:buFont typeface="Times New Roman"/>
              <a:buNone/>
            </a:pPr>
            <a:r>
              <a:rPr lang="en-US" b="1">
                <a:latin typeface="Times New Roman"/>
                <a:ea typeface="Times New Roman"/>
                <a:cs typeface="Times New Roman"/>
                <a:sym typeface="Times New Roman"/>
              </a:rPr>
              <a:t>ABOUT </a:t>
            </a:r>
            <a:endParaRPr/>
          </a:p>
        </p:txBody>
      </p:sp>
      <p:sp>
        <p:nvSpPr>
          <p:cNvPr id="105" name="Google Shape;105;p3"/>
          <p:cNvSpPr txBox="1">
            <a:spLocks noGrp="1"/>
          </p:cNvSpPr>
          <p:nvPr>
            <p:ph type="body" idx="1"/>
          </p:nvPr>
        </p:nvSpPr>
        <p:spPr>
          <a:xfrm>
            <a:off x="914400" y="2844800"/>
            <a:ext cx="5865446" cy="2747963"/>
          </a:xfrm>
          <a:prstGeom prst="rect">
            <a:avLst/>
          </a:prstGeom>
          <a:noFill/>
          <a:ln>
            <a:noFill/>
          </a:ln>
        </p:spPr>
        <p:txBody>
          <a:bodyPr spcFirstLastPara="1" wrap="square" lIns="91425" tIns="45700" rIns="91425" bIns="45700" anchor="t" anchorCtr="0">
            <a:noAutofit/>
          </a:bodyPr>
          <a:lstStyle/>
          <a:p>
            <a:pPr marL="0" lvl="0" indent="0" algn="just" rtl="0">
              <a:lnSpc>
                <a:spcPct val="120000"/>
              </a:lnSpc>
              <a:spcBef>
                <a:spcPts val="0"/>
              </a:spcBef>
              <a:spcAft>
                <a:spcPts val="0"/>
              </a:spcAft>
              <a:buClr>
                <a:schemeClr val="dk1"/>
              </a:buClr>
              <a:buSzPts val="2400"/>
              <a:buNone/>
            </a:pPr>
            <a:r>
              <a:rPr lang="en-US" sz="2400">
                <a:latin typeface="Times New Roman"/>
                <a:ea typeface="Times New Roman"/>
                <a:cs typeface="Times New Roman"/>
                <a:sym typeface="Times New Roman"/>
              </a:rPr>
              <a:t>This project aims to create a Supplier Performance Dashboard that helps organizations monitor and evaluate vendors based on key metrics such as lead time, compliance records, and customer feedback.</a:t>
            </a:r>
            <a:endParaRPr sz="2400">
              <a:latin typeface="Times New Roman"/>
              <a:ea typeface="Times New Roman"/>
              <a:cs typeface="Times New Roman"/>
              <a:sym typeface="Times New Roman"/>
            </a:endParaRPr>
          </a:p>
        </p:txBody>
      </p:sp>
      <p:sp>
        <p:nvSpPr>
          <p:cNvPr id="106" name="Google Shape;106;p3"/>
          <p:cNvSpPr txBox="1">
            <a:spLocks noGrp="1"/>
          </p:cNvSpPr>
          <p:nvPr>
            <p:ph type="sldNum" idx="12"/>
          </p:nvPr>
        </p:nvSpPr>
        <p:spPr>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fld id="{00000000-1234-1234-1234-123412341234}" type="slidenum">
              <a:rPr lang="en-US"/>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B6FE2D5B-B7E6-9A11-020B-362611B0E64E}"/>
            </a:ext>
          </a:extLst>
        </p:cNvPr>
        <p:cNvGrpSpPr/>
        <p:nvPr/>
      </p:nvGrpSpPr>
      <p:grpSpPr>
        <a:xfrm>
          <a:off x="0" y="0"/>
          <a:ext cx="0" cy="0"/>
          <a:chOff x="0" y="0"/>
          <a:chExt cx="0" cy="0"/>
        </a:xfrm>
      </p:grpSpPr>
      <p:sp>
        <p:nvSpPr>
          <p:cNvPr id="112" name="Google Shape;112;p4">
            <a:extLst>
              <a:ext uri="{FF2B5EF4-FFF2-40B4-BE49-F238E27FC236}">
                <a16:creationId xmlns:a16="http://schemas.microsoft.com/office/drawing/2014/main" id="{86BE32E0-64E8-55C8-56AC-A7A2375BD4F4}"/>
              </a:ext>
            </a:extLst>
          </p:cNvPr>
          <p:cNvSpPr txBox="1">
            <a:spLocks noGrp="1"/>
          </p:cNvSpPr>
          <p:nvPr>
            <p:ph type="title"/>
          </p:nvPr>
        </p:nvSpPr>
        <p:spPr>
          <a:xfrm>
            <a:off x="2203938" y="1974948"/>
            <a:ext cx="8151445" cy="1668973"/>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3600"/>
              <a:buFont typeface="Times New Roman"/>
              <a:buNone/>
            </a:pPr>
            <a:r>
              <a:rPr lang="en-US" sz="3600" dirty="0">
                <a:latin typeface="Times New Roman"/>
                <a:ea typeface="Times New Roman"/>
                <a:cs typeface="Times New Roman"/>
                <a:sym typeface="Times New Roman"/>
              </a:rPr>
              <a:t>BUSINESS FLOW DIAGRAM</a:t>
            </a:r>
            <a:endParaRPr dirty="0"/>
          </a:p>
        </p:txBody>
      </p:sp>
    </p:spTree>
    <p:extLst>
      <p:ext uri="{BB962C8B-B14F-4D97-AF65-F5344CB8AC3E}">
        <p14:creationId xmlns:p14="http://schemas.microsoft.com/office/powerpoint/2010/main" val="41668228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1">
          <a:extLst>
            <a:ext uri="{FF2B5EF4-FFF2-40B4-BE49-F238E27FC236}">
              <a16:creationId xmlns:a16="http://schemas.microsoft.com/office/drawing/2014/main" id="{2EAB9616-CBDB-6D9C-EA83-88D61436DA74}"/>
            </a:ext>
          </a:extLst>
        </p:cNvPr>
        <p:cNvGrpSpPr/>
        <p:nvPr/>
      </p:nvGrpSpPr>
      <p:grpSpPr>
        <a:xfrm>
          <a:off x="0" y="0"/>
          <a:ext cx="0" cy="0"/>
          <a:chOff x="0" y="0"/>
          <a:chExt cx="0" cy="0"/>
        </a:xfrm>
      </p:grpSpPr>
      <p:sp>
        <p:nvSpPr>
          <p:cNvPr id="112" name="Google Shape;112;p4">
            <a:extLst>
              <a:ext uri="{FF2B5EF4-FFF2-40B4-BE49-F238E27FC236}">
                <a16:creationId xmlns:a16="http://schemas.microsoft.com/office/drawing/2014/main" id="{715CB1BC-6AA0-56A6-F769-2446E4F44B7C}"/>
              </a:ext>
            </a:extLst>
          </p:cNvPr>
          <p:cNvSpPr txBox="1">
            <a:spLocks noGrp="1"/>
          </p:cNvSpPr>
          <p:nvPr>
            <p:ph type="title"/>
          </p:nvPr>
        </p:nvSpPr>
        <p:spPr>
          <a:xfrm>
            <a:off x="2203938" y="1974948"/>
            <a:ext cx="8151445" cy="1668973"/>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3600"/>
              <a:buFont typeface="Times New Roman"/>
              <a:buNone/>
            </a:pPr>
            <a:endParaRPr dirty="0"/>
          </a:p>
        </p:txBody>
      </p:sp>
      <p:pic>
        <p:nvPicPr>
          <p:cNvPr id="7" name="Picture 6" descr="A diagram of a company&#10;&#10;AI-generated content may be incorrect.">
            <a:extLst>
              <a:ext uri="{FF2B5EF4-FFF2-40B4-BE49-F238E27FC236}">
                <a16:creationId xmlns:a16="http://schemas.microsoft.com/office/drawing/2014/main" id="{573886C4-ABF3-7FA1-CFBC-F2123E6DFF9C}"/>
              </a:ext>
            </a:extLst>
          </p:cNvPr>
          <p:cNvPicPr>
            <a:picLocks noChangeAspect="1"/>
          </p:cNvPicPr>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11938778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108000"/>
                <a:satMod val="164000"/>
                <a:lumMod val="74000"/>
              </a:schemeClr>
              <a:schemeClr val="bg2">
                <a:tint val="96000"/>
                <a:hueMod val="88000"/>
                <a:satMod val="140000"/>
                <a:lumMod val="132000"/>
              </a:schemeClr>
            </a:duotone>
          </a:blip>
          <a:stretch/>
        </a:blip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B89E5C5-A037-45B3-9D37-3658914D4799}"/>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12" name="Picture 11">
            <a:extLst>
              <a:ext uri="{FF2B5EF4-FFF2-40B4-BE49-F238E27FC236}">
                <a16:creationId xmlns:a16="http://schemas.microsoft.com/office/drawing/2014/main" id="{5ACB93B0-521E-443D-9750-AFCFDDB3E80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4" name="Oval 13">
            <a:extLst>
              <a:ext uri="{FF2B5EF4-FFF2-40B4-BE49-F238E27FC236}">
                <a16:creationId xmlns:a16="http://schemas.microsoft.com/office/drawing/2014/main" id="{DA1DAC79-DDBA-4382-9D43-6E5F685BE5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5878"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6" name="Picture 15">
            <a:extLst>
              <a:ext uri="{FF2B5EF4-FFF2-40B4-BE49-F238E27FC236}">
                <a16:creationId xmlns:a16="http://schemas.microsoft.com/office/drawing/2014/main" id="{E0880F10-995F-4F01-A83B-7ECDB7BE790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5">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8" name="Picture 17">
            <a:extLst>
              <a:ext uri="{FF2B5EF4-FFF2-40B4-BE49-F238E27FC236}">
                <a16:creationId xmlns:a16="http://schemas.microsoft.com/office/drawing/2014/main" id="{A2D49266-1F08-40F2-B0E1-1D919DCB5780}"/>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20" name="Rectangle 19">
            <a:extLst>
              <a:ext uri="{FF2B5EF4-FFF2-40B4-BE49-F238E27FC236}">
                <a16:creationId xmlns:a16="http://schemas.microsoft.com/office/drawing/2014/main" id="{6AACA73D-178F-4CFC-99E3-9F4FCBBDBA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3" name="Picture 2">
            <a:extLst>
              <a:ext uri="{FF2B5EF4-FFF2-40B4-BE49-F238E27FC236}">
                <a16:creationId xmlns:a16="http://schemas.microsoft.com/office/drawing/2014/main" id="{A0539AAE-880D-412B-5AD0-522A904BE620}"/>
              </a:ext>
            </a:extLst>
          </p:cNvPr>
          <p:cNvPicPr>
            <a:picLocks noChangeAspect="1"/>
          </p:cNvPicPr>
          <p:nvPr/>
        </p:nvPicPr>
        <p:blipFill>
          <a:blip r:embed="rId7"/>
          <a:stretch>
            <a:fillRect/>
          </a:stretch>
        </p:blipFill>
        <p:spPr>
          <a:xfrm>
            <a:off x="0" y="0"/>
            <a:ext cx="12192000" cy="6858000"/>
          </a:xfrm>
          <a:prstGeom prst="rect">
            <a:avLst/>
          </a:prstGeom>
        </p:spPr>
      </p:pic>
    </p:spTree>
    <p:extLst>
      <p:ext uri="{BB962C8B-B14F-4D97-AF65-F5344CB8AC3E}">
        <p14:creationId xmlns:p14="http://schemas.microsoft.com/office/powerpoint/2010/main" val="39042184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4"/>
          <p:cNvSpPr txBox="1">
            <a:spLocks noGrp="1"/>
          </p:cNvSpPr>
          <p:nvPr>
            <p:ph type="title"/>
          </p:nvPr>
        </p:nvSpPr>
        <p:spPr>
          <a:xfrm>
            <a:off x="2203938" y="1974948"/>
            <a:ext cx="8151445" cy="1668973"/>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3600"/>
              <a:buFont typeface="Times New Roman"/>
              <a:buNone/>
            </a:pPr>
            <a:r>
              <a:rPr lang="en-US" sz="3600">
                <a:latin typeface="Times New Roman"/>
                <a:ea typeface="Times New Roman"/>
                <a:cs typeface="Times New Roman"/>
                <a:sym typeface="Times New Roman"/>
              </a:rPr>
              <a:t>ENTITY RELATIONSHIP DIAGRAM</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pic>
        <p:nvPicPr>
          <p:cNvPr id="5" name="Picture 4">
            <a:extLst>
              <a:ext uri="{FF2B5EF4-FFF2-40B4-BE49-F238E27FC236}">
                <a16:creationId xmlns:a16="http://schemas.microsoft.com/office/drawing/2014/main" id="{9ADBA03E-0ED1-3C3A-BF12-2479971D5B59}"/>
              </a:ext>
            </a:extLst>
          </p:cNvPr>
          <p:cNvPicPr>
            <a:picLocks noChangeAspect="1"/>
          </p:cNvPicPr>
          <p:nvPr/>
        </p:nvPicPr>
        <p:blipFill>
          <a:blip r:embed="rId3"/>
          <a:stretch>
            <a:fillRect/>
          </a:stretch>
        </p:blipFill>
        <p:spPr>
          <a:xfrm>
            <a:off x="-108858" y="0"/>
            <a:ext cx="12300857" cy="6858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7"/>
          <p:cNvSpPr txBox="1">
            <a:spLocks noGrp="1"/>
          </p:cNvSpPr>
          <p:nvPr>
            <p:ph type="title"/>
          </p:nvPr>
        </p:nvSpPr>
        <p:spPr>
          <a:xfrm>
            <a:off x="2007996" y="1713668"/>
            <a:ext cx="8251990" cy="1923465"/>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3600"/>
              <a:buFont typeface="Times New Roman"/>
              <a:buNone/>
            </a:pPr>
            <a:r>
              <a:rPr lang="en-US" sz="3600">
                <a:latin typeface="Times New Roman"/>
                <a:ea typeface="Times New Roman"/>
                <a:cs typeface="Times New Roman"/>
                <a:sym typeface="Times New Roman"/>
              </a:rPr>
              <a:t>SUPPLIER PERFORMANCE ANALYSIS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g33fa943263d_0_1"/>
          <p:cNvSpPr txBox="1">
            <a:spLocks noGrp="1"/>
          </p:cNvSpPr>
          <p:nvPr>
            <p:ph type="body" idx="1"/>
          </p:nvPr>
        </p:nvSpPr>
        <p:spPr>
          <a:xfrm>
            <a:off x="973475" y="1684425"/>
            <a:ext cx="10019100" cy="4798200"/>
          </a:xfrm>
          <a:prstGeom prst="rect">
            <a:avLst/>
          </a:prstGeom>
        </p:spPr>
        <p:txBody>
          <a:bodyPr spcFirstLastPara="1" wrap="square" lIns="91425" tIns="45700" rIns="91425" bIns="45700" anchor="t" anchorCtr="0">
            <a:normAutofit/>
          </a:bodyPr>
          <a:lstStyle/>
          <a:p>
            <a:pPr marL="0" lvl="0" indent="0" algn="l" rtl="0">
              <a:spcBef>
                <a:spcPts val="0"/>
              </a:spcBef>
              <a:spcAft>
                <a:spcPts val="0"/>
              </a:spcAft>
              <a:buNone/>
            </a:pPr>
            <a:r>
              <a:rPr lang="en-US" dirty="0">
                <a:hlinkClick r:id="rId3"/>
              </a:rPr>
              <a:t>https://app.powerbi.com/links/BBXIK7wqrT?ctid=8d281d1d-9c4d-4bf7-b16e-032d15de9f6c&amp;pbi_source=linkShare&amp;bookmarkGuid=eab74bae-192f-4877-abca-67b44df531f3</a:t>
            </a:r>
            <a:br>
              <a:rPr lang="en-US" dirty="0"/>
            </a:b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8"/>
          <p:cNvSpPr txBox="1"/>
          <p:nvPr/>
        </p:nvSpPr>
        <p:spPr>
          <a:xfrm>
            <a:off x="724893" y="859697"/>
            <a:ext cx="2552922"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0" i="0" u="none" strike="noStrike" cap="none">
                <a:solidFill>
                  <a:schemeClr val="lt1"/>
                </a:solidFill>
                <a:latin typeface="Times New Roman"/>
                <a:ea typeface="Times New Roman"/>
                <a:cs typeface="Times New Roman"/>
                <a:sym typeface="Times New Roman"/>
              </a:rPr>
              <a:t>Conclusion</a:t>
            </a:r>
            <a:endParaRPr/>
          </a:p>
        </p:txBody>
      </p:sp>
      <p:sp>
        <p:nvSpPr>
          <p:cNvPr id="143" name="Google Shape;143;p8"/>
          <p:cNvSpPr txBox="1"/>
          <p:nvPr/>
        </p:nvSpPr>
        <p:spPr>
          <a:xfrm>
            <a:off x="1190002" y="2229148"/>
            <a:ext cx="7578694" cy="23083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chemeClr val="lt1"/>
                </a:solidFill>
                <a:latin typeface="Times New Roman"/>
                <a:ea typeface="Times New Roman"/>
                <a:cs typeface="Times New Roman"/>
                <a:sym typeface="Times New Roman"/>
              </a:rPr>
              <a:t>By Focusing on Supplier quality, Compliance, Lead time, we can make strategic decisions that improve our Operations, Reduced costs, and maximize profits. This dashboard provides the insights that we need to  continuously improve supplier performance, ensuring that our company remains competitive and profitable in long run</a:t>
            </a:r>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Ion</Template>
  <TotalTime>56296</TotalTime>
  <Words>144</Words>
  <Application>Microsoft Office PowerPoint</Application>
  <PresentationFormat>Widescreen</PresentationFormat>
  <Paragraphs>25</Paragraphs>
  <Slides>11</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Calibri</vt:lpstr>
      <vt:lpstr>Century Gothic</vt:lpstr>
      <vt:lpstr>Times New Roman</vt:lpstr>
      <vt:lpstr>Wingdings 3</vt:lpstr>
      <vt:lpstr>Ion</vt:lpstr>
      <vt:lpstr>SUPPLIER PERFORMANCE </vt:lpstr>
      <vt:lpstr>LIST OF CONTENTS</vt:lpstr>
      <vt:lpstr>ABOUT </vt:lpstr>
      <vt:lpstr>BUSINESS FLOW DIAGRAM</vt:lpstr>
      <vt:lpstr>PowerPoint Presentation</vt:lpstr>
      <vt:lpstr>PowerPoint Presentation</vt:lpstr>
      <vt:lpstr>ENTITY RELATIONSHIP DIAGRAM</vt:lpstr>
      <vt:lpstr>PowerPoint Presentation</vt:lpstr>
      <vt:lpstr>SUPPLIER PERFORMANCE ANALYSIS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Tanvi Nair</cp:lastModifiedBy>
  <cp:revision>9</cp:revision>
  <dcterms:created xsi:type="dcterms:W3CDTF">2024-08-17T10:48:14Z</dcterms:created>
  <dcterms:modified xsi:type="dcterms:W3CDTF">2025-11-18T22:47:18Z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